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188720"/>
            <a:ext cx="5303520" cy="5303520"/>
          </a:xfrm>
          <a:prstGeom prst="arc">
            <a:avLst/>
          </a:prstGeom>
          <a:solidFill>
            <a:srgbClr val="171A2B">
              <a:alpha val="0"/>
            </a:srgbClr>
          </a:solidFill>
          <a:ln w="279400">
            <a:solidFill>
              <a:srgbClr val="5557E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55480" y="4956048"/>
            <a:ext cx="1554480" cy="155448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60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C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TRABAJO FINAL  |  MÓDULO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087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3232" y="23042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7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Escaneo, archivo local y análisis de facturas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3090672"/>
            <a:ext cx="2103120" cy="292608"/>
          </a:xfrm>
          <a:prstGeom prst="roundRect">
            <a:avLst>
              <a:gd name="adj" fmla="val 18750"/>
            </a:avLst>
          </a:prstGeom>
          <a:solidFill>
            <a:srgbClr val="343652"/>
          </a:solidFill>
          <a:ln w="12700">
            <a:solidFill>
              <a:srgbClr val="3436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10896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13232" y="5257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Autor: [Completar nombre]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56235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FC2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Duración sugerida: 7 a 9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LA EXPOSICIÓN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voy a mostrar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502920" cy="502920"/>
          </a:xfrm>
          <a:prstGeom prst="ellipse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72768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435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17465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se pierden los comprobantes y cómo FacturaLens los organiza.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58368" y="249631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51760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1732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2549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Captura, OCR, revisión, guardado, búsqueda y edición.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3575304"/>
            <a:ext cx="502920" cy="502920"/>
          </a:xfrm>
          <a:prstGeom prst="ellipse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730752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90448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tablas SQFlite, CRUD, reportes y estadísticas.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654296"/>
            <a:ext cx="502920" cy="502920"/>
          </a:xfrm>
          <a:prstGeom prst="ellipse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80974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46725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98348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limpia, repositorios, ViewModels y rutas.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326880" y="1417320"/>
            <a:ext cx="2240280" cy="3383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0" y="1417320"/>
            <a:ext cx="54864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37192" y="15819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Consejo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537192" y="1911096"/>
            <a:ext cx="185623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Mantén visible tu cámara. No leas diapositivas: explica el flujo y luego demuéstralo.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ELEGIDO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gastos con facturas y tickets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8368" y="141732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417320"/>
            <a:ext cx="54864" cy="3246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819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Situación actual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11096"/>
            <a:ext cx="307238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recibos se acumulan en papel, se deterioran y hacen difícil conocer el gasto mensual.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52544" y="141732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417320"/>
            <a:ext cx="54864" cy="3246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15819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62856" y="1911096"/>
            <a:ext cx="307238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proveedor, fecha, total y categoría sin depender de una hoja de cálculo o servidor.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1417320"/>
            <a:ext cx="34564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417320"/>
            <a:ext cx="54864" cy="32461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15819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57032" y="1911096"/>
            <a:ext cx="3072384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captura el comprobante, usa OCR, permite revisar datos y guarda todo de forma local.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510235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Dilo así: “Mi aplicación convierte un ticket físico en información organizada y consultable dentro del dispositivo.”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DEMOSTRACIÓN EN VIVO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 que debes recorrer en la aplicación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783080" cy="2240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1572768"/>
            <a:ext cx="530352" cy="530352"/>
          </a:xfrm>
          <a:prstGeom prst="ellipse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2728" y="172821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Cámara, galería o recibo de muestra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560320" y="2688336"/>
            <a:ext cx="228600" cy="320040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828800"/>
            <a:ext cx="1783080" cy="2240280"/>
          </a:xfrm>
          <a:prstGeom prst="roundRect">
            <a:avLst>
              <a:gd name="adj" fmla="val 3590"/>
            </a:avLst>
          </a:prstGeom>
          <a:solidFill>
            <a:srgbClr val="EBEB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38728" y="1572768"/>
            <a:ext cx="530352" cy="530352"/>
          </a:xfrm>
          <a:prstGeom prst="ellipse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172821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90672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y QR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90672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automática del texto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2688336"/>
            <a:ext cx="228600" cy="320040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1828800"/>
            <a:ext cx="1783080" cy="2240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4728" y="1572768"/>
            <a:ext cx="530352" cy="530352"/>
          </a:xfrm>
          <a:prstGeom prst="ellipse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24728" y="172821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76672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76672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Proveedor, fecha, totales y productos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7132320" y="2688336"/>
            <a:ext cx="228600" cy="320040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1828800"/>
            <a:ext cx="1783080" cy="2240280"/>
          </a:xfrm>
          <a:prstGeom prst="roundRect">
            <a:avLst>
              <a:gd name="adj" fmla="val 3590"/>
            </a:avLst>
          </a:prstGeom>
          <a:solidFill>
            <a:srgbClr val="EBEB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0728" y="1572768"/>
            <a:ext cx="530352" cy="530352"/>
          </a:xfrm>
          <a:prstGeom prst="ellipse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0728" y="172821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62672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Guardado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62672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 en SQLite y en el listado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9418320" y="2688336"/>
            <a:ext cx="228600" cy="320040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84080" y="1828800"/>
            <a:ext cx="1783080" cy="22402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96728" y="1572768"/>
            <a:ext cx="530352" cy="530352"/>
          </a:xfrm>
          <a:prstGeom prst="ellipse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96728" y="1728216"/>
            <a:ext cx="530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48672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48672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Filtros, edición, eliminación y análisis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1097280" y="48920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grabación, realiza esta secuencia sin pausas largas y conserva tu cámara visible en una esquina.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CUMPLIMIENTO DE LA DIRECTIVA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que debes mencionar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417320"/>
          <a:ext cx="10744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001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Requisito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7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Evidencia en FacturaLens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7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Persistencia local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SQFlite con cinco tablas relacionadas.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Arquitectura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Capas domain, application, infrastructure y presentation.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CRUD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Facturas, proveedores y categorías.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Reportes y estadísticas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Métricas del mes, tendencia y distribución de gasto.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Interfaz Flutter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1A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Theme, rutas, ListView, GridView, Hero, animación y cabecera curva.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120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Dilo así: “Los requisitos técnicos están implementados y los requisitos de video los cumpliré durante la entrega individual.”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LIMPIA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no depende directamente de SQLite ni de ML Kit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005840" y="1389888"/>
            <a:ext cx="5166360" cy="658368"/>
          </a:xfrm>
          <a:prstGeom prst="roundRect">
            <a:avLst>
              <a:gd name="adj" fmla="val 6944"/>
            </a:avLst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5727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5727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Pantallas, widgets, tema y AppShell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2066544"/>
            <a:ext cx="457200" cy="228600"/>
          </a:xfrm>
          <a:prstGeom prst="downArrow">
            <a:avLst/>
          </a:prstGeom>
          <a:solidFill>
            <a:srgbClr val="73778A"/>
          </a:solidFill>
          <a:ln w="12700">
            <a:solidFill>
              <a:srgbClr val="7377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350008"/>
            <a:ext cx="5166360" cy="658368"/>
          </a:xfrm>
          <a:prstGeom prst="roundRect">
            <a:avLst>
              <a:gd name="adj" fmla="val 6944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5328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5328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ViewModels y ReceiptParser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3026664"/>
            <a:ext cx="457200" cy="228600"/>
          </a:xfrm>
          <a:prstGeom prst="downArrow">
            <a:avLst/>
          </a:prstGeom>
          <a:solidFill>
            <a:srgbClr val="73778A"/>
          </a:solidFill>
          <a:ln w="12700">
            <a:solidFill>
              <a:srgbClr val="7377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3310128"/>
            <a:ext cx="5166360" cy="658368"/>
          </a:xfrm>
          <a:prstGeom prst="roundRect">
            <a:avLst>
              <a:gd name="adj" fmla="val 6944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34930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4930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 y puertos o contratos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3986784"/>
            <a:ext cx="457200" cy="228600"/>
          </a:xfrm>
          <a:prstGeom prst="downArrow">
            <a:avLst/>
          </a:prstGeom>
          <a:solidFill>
            <a:srgbClr val="73778A"/>
          </a:solidFill>
          <a:ln w="12700">
            <a:solidFill>
              <a:srgbClr val="7377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270248"/>
            <a:ext cx="5166360" cy="658368"/>
          </a:xfrm>
          <a:prstGeom prst="roundRect">
            <a:avLst>
              <a:gd name="adj" fmla="val 694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4531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44531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SQLite, OCR, cámara y archivos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0" y="160020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1600200"/>
            <a:ext cx="54864" cy="269748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7647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explicar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68312" y="2093976"/>
            <a:ext cx="4050792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dominio define InvoiceRepository y DocumentCapturePort. Infrastructure los implementa con SQFlite y ML Kit. Provider conecta ViewModels con la interfaz.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49440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Muestra: lib/domain, lib/application, lib/infrastructure y lib/presentation.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LOCAL CON SQFLITE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tablas relacionadas y consultas para reportes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22960" y="155448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3736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suppliers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7472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3774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56032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49640" y="155448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173736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invoice_items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3291840"/>
            <a:ext cx="2514600" cy="749808"/>
          </a:xfrm>
          <a:prstGeom prst="roundRect">
            <a:avLst>
              <a:gd name="adj" fmla="val 731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3474720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invoice_images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1920240"/>
            <a:ext cx="1234440" cy="731520"/>
          </a:xfrm>
          <a:prstGeom prst="line">
            <a:avLst/>
          </a:prstGeom>
          <a:noFill/>
          <a:ln w="19050">
            <a:solidFill>
              <a:srgbClr val="73778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83280" y="3657600"/>
            <a:ext cx="1234440" cy="-731520"/>
          </a:xfrm>
          <a:prstGeom prst="line">
            <a:avLst/>
          </a:prstGeom>
          <a:noFill/>
          <a:ln w="19050">
            <a:solidFill>
              <a:srgbClr val="73778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23760" y="1920240"/>
            <a:ext cx="1280160" cy="731520"/>
          </a:xfrm>
          <a:prstGeom prst="line">
            <a:avLst/>
          </a:prstGeom>
          <a:noFill/>
          <a:ln w="19050">
            <a:solidFill>
              <a:srgbClr val="73778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3760" y="3657600"/>
            <a:ext cx="1280160" cy="-731520"/>
          </a:xfrm>
          <a:prstGeom prst="line">
            <a:avLst/>
          </a:prstGeom>
          <a:noFill/>
          <a:ln w="19050">
            <a:solidFill>
              <a:srgbClr val="73778A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97280" y="475488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invoices es la tabla central. Una factura tiene proveedor, puede tener categoría y agrupa productos e imágenes.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QUE DEBES MOSTRAR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Abre estos archivos y explica solo el bloque marcado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325880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25880"/>
            <a:ext cx="54864" cy="59436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49047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lib/main.dart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819656"/>
            <a:ext cx="10405872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MultiProvider conecta el repositorio, el parser, el puerto de captura y los ViewModels.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235440" y="1481328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BEBFF"/>
          </a:solidFill>
          <a:ln w="12700">
            <a:solidFill>
              <a:srgbClr val="EBE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1499616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Inyección de dependencias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85800" y="2130552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130552"/>
            <a:ext cx="54864" cy="59436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295144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domain/ports/invoice_repository.dart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2624328"/>
            <a:ext cx="10405872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findAll, save, delete y dashboardStats sin depender de SQLite.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2286000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BEBFF"/>
          </a:solidFill>
          <a:ln w="12700">
            <a:solidFill>
              <a:srgbClr val="EBE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304288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del dominio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5800" y="2935224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935224"/>
            <a:ext cx="54864" cy="59436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099816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infrastructure/database/app_database.dart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429000"/>
            <a:ext cx="10405872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TABLE invoices y sus claves foráneas con suppliers y categories.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235440" y="309067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BEBFF"/>
          </a:solidFill>
          <a:ln w="12700">
            <a:solidFill>
              <a:srgbClr val="EBE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3108960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relacional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85800" y="3739896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739896"/>
            <a:ext cx="54864" cy="5943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9044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repositories/sqlite_invoice_repository.dart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" y="4233672"/>
            <a:ext cx="10405872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db.transaction guarda factura, ítems e imágenes de forma consistente.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35440" y="3895344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BEBFF"/>
          </a:solidFill>
          <a:ln w="12700">
            <a:solidFill>
              <a:srgbClr val="EBE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3913632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segura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85800" y="4544568"/>
            <a:ext cx="10789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4544568"/>
            <a:ext cx="54864" cy="59436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7091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application/view_models/invoices_view_model.dart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6112" y="5038344"/>
            <a:ext cx="10405872" cy="-27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consulta el repositorio y notifica a Provider para actualizar la pantalla.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235440" y="4700016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BEBFF"/>
          </a:solidFill>
          <a:ln w="12700">
            <a:solidFill>
              <a:srgbClr val="EBEB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4718304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de interfaz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 FLUTTER SOLICITADOS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incluye los componentes de la directiva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4864" cy="137160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911096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AppTheme controla color, tipografía, controles y navegación.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417320"/>
            <a:ext cx="54864" cy="137160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1911096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AppRoutes concentra navegación con nombres.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417320"/>
            <a:ext cx="54864" cy="137160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581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1911096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ListView en facturas y catálogos. GridView en métricas.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291840"/>
            <a:ext cx="54864" cy="137160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3785616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identidad de una factura se anima al abrir el detalle.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291840"/>
            <a:ext cx="54864" cy="13716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45152" y="3785616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AnimatedSwitcher anima el valor de métricas.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83880" y="3291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291840"/>
            <a:ext cx="54864" cy="137160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94192" y="3785616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con cabecera de curvas y resumen local.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" y="54406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brevemente la pantalla inicial, las estadísticas y una apertura de detalle para evidenciar estos elementos.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6E7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 |  Trabajo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692640" y="6537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Exposición individual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3474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55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GRABACIÓN Y ENTREGA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cumplir la parte individual del trabajo final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141732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8890">
            <a:solidFill>
              <a:srgbClr val="E6E7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54864" cy="3291840"/>
          </a:xfrm>
          <a:prstGeom prst="rect">
            <a:avLst/>
          </a:prstGeom>
          <a:solidFill>
            <a:srgbClr val="5557E8"/>
          </a:solidFill>
          <a:ln w="12700">
            <a:solidFill>
              <a:srgbClr val="555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581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 recomendada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911096"/>
            <a:ext cx="3273552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377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Clipchamp permite grabar pantalla y cámara en el navegador. Su opción gratuita no añade marca de agua y admite sesiones de hasta 30 minutos.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1508760"/>
            <a:ext cx="237744" cy="237744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45336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49240" y="1490472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Aparecer en cámara durante toda la exposición.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112264"/>
            <a:ext cx="237744" cy="237744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148840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49240" y="2093976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Grabar pantalla y micrófono con la aplicación preparada.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715768"/>
            <a:ext cx="237744" cy="237744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752344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49240" y="2697480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demo, código y requisitos de la directiva.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3319272"/>
            <a:ext cx="237744" cy="237744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355848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49240" y="3300984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el enlace a jtancara@ucb.edu.bo.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922776"/>
            <a:ext cx="237744" cy="237744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959352"/>
            <a:ext cx="2377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3904488"/>
            <a:ext cx="57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Indicar tu nombre como único autor.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50749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557E8"/>
                </a:solidFill>
                <a:uFill>
                  <a:solidFill>
                    <a:srgbClr val="5557E8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</a:rPr>
              <a:t>clipchamp.com/en/screen-recorder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55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DA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1627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FacturaLens cumple la directiva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468880"/>
            <a:ext cx="7178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0F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 local, arquitectura por capas, CRUD, reportes, estadísticas y una experiencia Flutter completa.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“Además, el OCR y el código QR reducen el registro manual y mantienen los datos dentro del dispositivo.”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5303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Muchas gracias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Universidad Católica Boliviana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FacturaLens Guion de exposición individual</dc:title>
  <dc:subject>Guion de exposición de FacturaLens</dc:subject>
  <dc:creator>Autor individual</dc:creator>
  <cp:lastModifiedBy>Autor individual</cp:lastModifiedBy>
  <cp:revision>1</cp:revision>
  <dcterms:created xsi:type="dcterms:W3CDTF">2026-09-21T01:36:27Z</dcterms:created>
  <dcterms:modified xsi:type="dcterms:W3CDTF">2026-09-21T01:36:27Z</dcterms:modified>
</cp:coreProperties>
</file>